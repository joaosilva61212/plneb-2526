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8F9"/>
    <a:srgbClr val="E8EDF1"/>
    <a:srgbClr val="E7ECEF"/>
    <a:srgbClr val="ED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49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4FBBCBA-8C94-00DF-0E91-717ED50E8309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479D42B-61D4-BAB1-1E78-3ADA7B0CD5B4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EB742A5-D8B8-8AF0-8078-29E3E4CF129C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C183523-AC81-79CA-7E84-5B532BF3E0DC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B32AF48-E698-0E0F-A7CF-C3FFE4ED4409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7BB0D76-A7FF-FC93-5827-7BEECD0A9876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ACAA16C-62BF-40FA-2CC7-5A36B7582E08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E7E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F981954-1AE2-1B57-4533-07F4F2C29529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E8E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5148A59-CA4C-38D5-005F-118DD26E5EFC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42D6779-9D48-58D2-2533-9BA13E5ACACD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32C9F8A-B3EB-918B-54F7-B913F1EE51EF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F4F8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88D1CF5-DD2C-D528-B849-CF85F85BFB8B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Personalizados</PresentationFormat>
  <Paragraphs>0</Paragraphs>
  <Slides>13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João Costa da Silva</cp:lastModifiedBy>
  <cp:revision>2</cp:revision>
  <dcterms:created xsi:type="dcterms:W3CDTF">2006-08-16T00:00:00Z</dcterms:created>
  <dcterms:modified xsi:type="dcterms:W3CDTF">2026-04-15T23:02:03Z</dcterms:modified>
</cp:coreProperties>
</file>